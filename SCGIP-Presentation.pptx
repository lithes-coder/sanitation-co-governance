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</a:t>
            </a:r>
            <a:endParaRPr lang="en-US" sz="6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 Co-Governance Intelligence Platform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Real-Time Civic Complaint System for Urban Sanitation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UN SDG 6 — Clean Water &amp; Sanitation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0" y="370332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1453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· Co-Governed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370332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1453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at B2G Hackathon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Lithesh S  ·  Sri Sairam Institute of Technology, Chennai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9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— in collaboration with IBM SkillsBuild &amp; AICTE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8F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Go Into a Void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600200"/>
            <a:ext cx="6217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Citizens spot illegal dumping, blocked drains, overflowing garbage — but have no reliable way to report with evidence.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Complaints by phone or in person vanish: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ticket number, no status, no proof anything happened.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 Greater Chennai Corporation cannot prioritise hundreds of scattered reports or verify which are genuine.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Result: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recurring sanitation hazards, polluted drains and public spaces — and eroding citizen trust.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507492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use AI to score, route and track citizen sanitation reports transparently —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citizens and the municipal corporation can verify and resolve issues together?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FOCUS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342900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691640"/>
            <a:ext cx="3429000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965960"/>
            <a:ext cx="2971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6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&amp; Sanitation</a:t>
            </a:r>
            <a:endParaRPr lang="en-US" sz="3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action on blocked drains, illegal dumping and public-space sanitation — protecting water systems and community health.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42900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691640"/>
            <a:ext cx="3429000" cy="1463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65960"/>
            <a:ext cx="2971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 &amp; Communities</a:t>
            </a:r>
            <a:endParaRPr lang="en-US" sz="3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Accountable, citizen-inclusive urban governance with measurable response deadlines.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028432" y="1691640"/>
            <a:ext cx="342900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28432" y="1691640"/>
            <a:ext cx="342900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257032" y="1965960"/>
            <a:ext cx="2971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16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Peace, Justice &amp; Strong Institutions</a:t>
            </a:r>
            <a:endParaRPr lang="en-US" sz="3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auditability that build trust in civic institutions.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49808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focus — SDG 6 — with direct secondary contributions to SDG 11 and SDG 16.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JOURNEY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B2G Hackathon Prototype to Working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EMPATHIZE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54680" y="1645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never see outcomes; officers receive unstructured, unprioritised reports.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42032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DEFINE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2542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 is verified closure — nobody confirms the fix, so nobody reports twice.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438144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54680" y="34381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Co-governance: place the citizen inside the workflow as the final verifier.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433425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PROTOTYPE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54680" y="433425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Hackathon prototype → several weeks of iteration into a full real-time platform.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5230368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TEST &amp; REFINE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52303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live pipeline tested across citizen, officer and admin roles.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— Co-Governance by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complaint — photo + real-time GPS 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4048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 engine scores severity 0–100 (explainable)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1638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1638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Auto-routes to the right department with an SLA deadline (24h–15 days)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9227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ticket auto-generated and pushed to Corporation officers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4681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6817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verifies → assigns → resolves, with photo evidence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5440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5440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confirms the fix — loop closed by both sides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75704" y="1655064"/>
            <a:ext cx="4965192" cy="246417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0" descr="C:/Users/lithe/OneDrive/画像/WhatsApp Image 2026-09-13 at 9.37.28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91640"/>
            <a:ext cx="4892040" cy="239102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417410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portal — photo + GPS evidence, severity boosters, live tracking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9808" y="62179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portals: Citizen · Corporation Officer · Administrator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POWERS THE PLATFORM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Elements Used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6309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SERI Explainable Severity Engine: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complaint type × ward risk index × evidence quality — every score shows "why this severity".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Agentic AI Assistant (Python FastAPI):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tool-calling agent answering natural-language queries over live complaint data — grounded, never fabricated.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IBM watsonx NLP: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real-time sentiment &amp; emotion classification on citizen complaints (urgency detection).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Geospatial Intelligence: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GPS pins with reverse geocoding + ward-risk heat mapping on a live map.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backbone: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Server-Sent Events notifications, SLA auto-escalation, tamper-evident audit log.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32904" y="1563624"/>
            <a:ext cx="4507992" cy="22228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C:/Users/lithe/OneDrive/画像/WhatsApp Image 2026-09-13 at 9.32.34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600200"/>
            <a:ext cx="4434840" cy="21497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9480" y="382305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dashboard — model status, fairness &amp; transparency metrics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269480" y="4434840"/>
            <a:ext cx="4434840" cy="1691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269480" y="4434840"/>
            <a:ext cx="443484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4617720"/>
            <a:ext cx="4069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ideation to refine the problem framing and co-governance workflow. Prompt engineering guided the assistant's query logic.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Action — Assistant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13232" y="1609344"/>
            <a:ext cx="5422392" cy="264737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C:/Users/lithe/OneDrive/画像/WhatsApp Image 2026-09-13 at 9.36.06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45920"/>
            <a:ext cx="5349240" cy="2574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4293297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assistant explaining the SERI formula — grounded in live data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18504" y="1609344"/>
            <a:ext cx="5422392" cy="263504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C:/Users/lithe/OneDrive/画像/WhatsApp Image 2026-09-13 at 9.33.12 PM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5349240" cy="25618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4280969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NLP — sentiment, emotion &amp; urgency classification per complaint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49808" y="51206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Grounded answers: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assistant calls tools over the live complaints database — it never fabricates numbers.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Every citizen complaint is classified for sentiment and urgency, feeding priority signals into the SERI engine.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Ward Map — Geospatial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7114032" cy="343877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C:/Users/lithe/OneDrive/画像/WhatsApp Image 2026-09-13 at 9.30.19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91640"/>
            <a:ext cx="7040880" cy="3365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5130413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pins colored by priority — updates live as citizens report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92440" y="1783080"/>
            <a:ext cx="3566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GPS: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complaint drops a pin the moment it is submitted.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Priority colors: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critical, high, medium, low at a glance.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Reverse geocoding: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pins resolve to street addresses automatically.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Ward approximations: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non-GPS complaints placed at ward centroids.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on Leaflet + OpenStreetMap.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SERI RANKINGS · EXPORTS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5422392" cy="26711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C:/Users/lithe/OneDrive/画像/WhatsApp Image 2026-09-13 at 9.28.40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91640"/>
            <a:ext cx="5349240" cy="25979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436277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analytics — type distribution &amp; monthly trends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18504" y="1655064"/>
            <a:ext cx="5422392" cy="270694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C:/Users/lithe/OneDrive/画像/WhatsApp Image 2026-09-13 at 9.31.07 PM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5349240" cy="26337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439858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exports — CSV / Excel / PDF with SERI ward rankings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49808" y="51206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Ward SERI rankings surface recurring hotspots and silent zones — enabling proactive, preventive action.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One-click exports generate ward governance reports for corporation review meetings.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691640"/>
            <a:ext cx="128016" cy="7863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69164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691640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Tailwind CSS · Leaflet + OpenStreetMap (live ward map)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2606040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606040"/>
            <a:ext cx="128016" cy="78638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0604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606040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(SSE) — instant notifications across all roles · SLA auto-escalation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3520440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520440"/>
            <a:ext cx="128016" cy="786384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2044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520440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· Prisma ORM · SQLite · GCC webhook ticket gateway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4434840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4434840"/>
            <a:ext cx="128016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43484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4434840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 engine + NLP sentiment · Agentic AI assistant (Python FastAPI) · IBM watsonx governance views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" y="5349240"/>
            <a:ext cx="1069848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349240"/>
            <a:ext cx="128016" cy="786384"/>
          </a:xfrm>
          <a:prstGeom prst="rect">
            <a:avLst/>
          </a:prstGeom>
          <a:solidFill>
            <a:srgbClr val="B4503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34924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5349240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· cookie-session auth · role-based access · tamper-evident audit log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397764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37360"/>
            <a:ext cx="109728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65376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Citizens of Chennai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photo + GPS, track live, confirm the fix.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" y="3273552"/>
            <a:ext cx="397764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3273552"/>
            <a:ext cx="109728" cy="13716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401568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GCC Ward Officers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AI-prioritised queue with SLA deadlines; verify &amp; resolve with evidence.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" y="4809744"/>
            <a:ext cx="397764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4809744"/>
            <a:ext cx="10972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93776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City Administrators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ward map, SLA analytics, ward-level intelligence.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38344" y="1746504"/>
            <a:ext cx="6702552" cy="329287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C:/Users/lithe/OneDrive/画像/WhatsApp Image 2026-09-13 at 9.31.46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783080"/>
            <a:ext cx="6629400" cy="321971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74920" y="5075950"/>
            <a:ext cx="6629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 — admin provisions corporation staff; citizens self-register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" y="6400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replicable blueprint — adoptable by any municipal body.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60020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Closed complaint loop:</a:t>
            </a:r>
            <a:pPr indent="0" marL="0"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report tracked from submission to citizen-confirmed resolution — no more complaints into a void.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Faster, fairer response:</a:t>
            </a:r>
            <a:pPr indent="0" marL="0"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severity-based prioritisation with SLA deadlines and auto-escalation replaces first-come-first-served handling.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Accountability by design:</a:t>
            </a:r>
            <a:pPr indent="0" marL="0"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tamper-evident audit trail makes every action verifiable by citizens and administrators.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Data-driven prevention:</a:t>
            </a:r>
            <a:pPr indent="0" marL="0"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ward-level risk analytics reveal recurring hotspots — proactive action instead of reactive cleanup.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Citizen trust:</a:t>
            </a:r>
            <a:pPr indent="0" marL="0"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visibility of the process itself builds trust in civic institutions.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Scalable blueprint:</a:t>
            </a:r>
            <a:pPr indent="0" marL="0"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co-governance model extends to any ward, any city, any municipal body.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580644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0B3D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"reported" to "resolved and verified" — accountability as a system feature, not a promise.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— BUILT INTO THE DESIGN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Considerations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512064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691640"/>
            <a:ext cx="5120640" cy="1188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94767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normalised against a ward risk index, so wards with historically poorer sanitation are not deprioritised. Every score's factors are visible.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12064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691640"/>
            <a:ext cx="5120640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4767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 engine is explainable — "why this severity" on every complaint. The AI assistant is grounded strictly in live database records; it never fabricates data.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" y="3977640"/>
            <a:ext cx="512064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3977640"/>
            <a:ext cx="5120640" cy="118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423367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prioritises and informs. Humans verify, resolve and confirm at every decision point — no algorithmic penalties for citizens or officers.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512064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3977640"/>
            <a:ext cx="5120640" cy="118872"/>
          </a:xfrm>
          <a:prstGeom prst="rect">
            <a:avLst/>
          </a:prstGeom>
          <a:solidFill>
            <a:srgbClr val="B45036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23367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45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 exposed publicly; complaint evidence is role-restricted; the audit log records actions, not personal profiles.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JOURNEY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→ Project: What I Applied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069848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37360"/>
            <a:ext cx="128016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373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43400" y="173736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&amp; problem framing — refined the co-governance workflow before writing code.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" y="2852928"/>
            <a:ext cx="1069848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852928"/>
            <a:ext cx="128016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852928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Lab (Aug 2026)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2852928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usage, function calling, autonomous workflows — applied directly: our Python agent calls tools over the live complaints database.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968496"/>
            <a:ext cx="1069848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968496"/>
            <a:ext cx="128016" cy="9601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968496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Learning Path (GLE)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3968496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fundamentals + responsible AI principles on IBM SkillsBuild — shaping the explainability and audit features.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" y="5084064"/>
            <a:ext cx="1069848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5084064"/>
            <a:ext cx="128016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084064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shift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5084064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"calling models with prompts" to building grounded, tool-using agents over real data.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VIEWS FROM THE WORKING SYSTEM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Gallery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SCGIP  ·  1M1B × IBM SkillsBuild  · 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13232" y="1563624"/>
            <a:ext cx="5330952" cy="264294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C:/Users/lithe/OneDrive/画像/scgip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00200"/>
            <a:ext cx="5257800" cy="25697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35624" y="1563624"/>
            <a:ext cx="5330952" cy="260337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C:/Users/lithe/OneDrive/画像/sg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257800" cy="253022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" y="4261104"/>
            <a:ext cx="5330952" cy="266320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C:/Users/lithe/OneDrive/画像/sg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97680"/>
            <a:ext cx="5257800" cy="259004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35624" y="4261104"/>
            <a:ext cx="5330952" cy="262920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3" descr="C:/Users/lithe/OneDrive/画像/WhatsApp Image 2026-09-13 at 9.27.47 PM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297680"/>
            <a:ext cx="5257800" cy="25560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808" y="665683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portal views — citizen, officer and administration sides of the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has a story, a status,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closing signature from the citizen.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Roadmap:</a:t>
            </a:r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D9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citizen-officer comment threads · before/after photo galleries · multi-city rollout · GCC field pilot.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D9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source code published openly on GitHub.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github.com/lithes-coder/Sanitation-co-governance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  ·  Lithesh S · Sri Sairam Institute of Technology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2026-09-18T17:23:11Z</dcterms:created>
  <dcterms:modified xsi:type="dcterms:W3CDTF">2026-09-18T17:23:11Z</dcterms:modified>
</cp:coreProperties>
</file>